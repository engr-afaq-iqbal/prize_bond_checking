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20240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5400" b="1">
                <a:solidFill>
                  <a:srgbClr val="FFFFFF"/>
                </a:solidFill>
              </a:rPr>
              <a:t>Prize Bond Checking App</a:t>
            </a:r>
          </a:p>
          <a:p>
            <a:pPr algn="ctr">
              <a:spcAft>
                <a:spcPts val="2400"/>
              </a:spcAft>
            </a:pPr>
            <a:r>
              <a:rPr sz="2200" b="0">
                <a:solidFill>
                  <a:srgbClr val="F5C842"/>
                </a:solidFill>
              </a:rPr>
              <a:t>Instant results, winner alerts &amp; marketplace for Pakistan prize bonds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Final Year Project  •  Flutter + Firebase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B8D8D0"/>
                </a:solidFill>
              </a:rPr>
              <a:t>Presented by: [Your Name]    •    Supervisor: [Supervisor Name]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</a:rPr>
              <a:t>Prize bonds are investment bonds issued by Pakistan's National Savings — bond numbers enter periodic lucky draws for cash prizes.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</a:rPr>
              <a:t>8 denominations: Rs. 100, 200, 750, 1500, 7500, 15000, 25000, 40000 — each with its own official draw schedule.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1A1A2E"/>
                </a:solidFill>
              </a:rPr>
              <a:t>This project is a cross-platform mobile app that digitizes the entire experience: checking, tracking, alerts, schedules, and trading.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1A1A2E"/>
                </a:solidFill>
              </a:rPr>
              <a:t>Built solo with Flutter (one codebase for Android &amp; iOS) and a full Firebase cloud backend.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2E"/>
                </a:solidFill>
              </a:rPr>
              <a:t>•  Checking results is manual: users search their 6-digit number inside long official PDF lists.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2E"/>
                </a:solidFill>
              </a:rPr>
              <a:t>•  Slow and error-prone — one misread digit means a missed prize.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2E"/>
                </a:solidFill>
              </a:rPr>
              <a:t>•  No automatic alerts — many winners never find out, and prizes go unclaimed.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2E"/>
                </a:solidFill>
              </a:rPr>
              <a:t>•  Results need internet; connectivity is unreliable in many areas.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2E"/>
                </a:solidFill>
              </a:rPr>
              <a:t>•  Buying/selling bonds happens informally with no dedicated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Instant digital checking of any bond number against draw results.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Personal bond portfolio that is auto-checked on every new draw.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Push notifications: new-draw broadcasts + personal winner alerts.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Full offline support — checking works without internet.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Official draw schedule with computed next-draw dates &amp; PDF export.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Marketplace to list bonds for sale and contact sellers on WhatsApp.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Admin panel to publish results, upload official PDFs and manage users.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Technologies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881359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7132320"/>
              </a:tblGrid>
              <a:tr h="53848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A3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Role in the project</a:t>
                      </a:r>
                    </a:p>
                  </a:txBody>
                  <a:tcPr>
                    <a:solidFill>
                      <a:srgbClr val="1A3C40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Flutter (Dart)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Cross-platform UI — single codebase for Android &amp; iOS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GetX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State management + dependency injection + navigation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Firebase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Email/password login with roles (admin / user) &amp; guest mode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Cloud Firestore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Cloud NoSQL database — users, draws, bonds, marketplace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Firebase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Official draw-result PDFs uploaded by admin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FCM + Cloud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Server-side push notifications &amp; winner matching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Hive + GetStorage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Offline cache &amp; local storage (offline-first design)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2E"/>
                          </a:solidFill>
                        </a:rPr>
                        <a:t>mobile_scanner / pdf / url_launcher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2E"/>
                          </a:solidFill>
                        </a:rPr>
                        <a:t>QR scanning, PDF generation, WhatsApp contact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System Architecture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F5C842"/>
                </a:solidFill>
              </a:rPr>
              <a:t>MVC + Service layer with GetX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468880" cy="1371600"/>
          </a:xfrm>
          <a:prstGeom prst="round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VIEW
Screens &amp; Widgets
(Obx — reactive UI)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66160" y="1554480"/>
            <a:ext cx="2651760" cy="1371600"/>
          </a:xfrm>
          <a:prstGeom prst="round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CONTROLLERS
GetX (.obs state,
business logic)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554480"/>
            <a:ext cx="2468880" cy="1371600"/>
          </a:xfrm>
          <a:prstGeom prst="roundRect">
            <a:avLst/>
          </a:prstGeom>
          <a:solidFill>
            <a:srgbClr val="2D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SERVICES
Firestore / Hive /
FCM / PDF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1051560"/>
            <a:ext cx="2011680" cy="77724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</a:rPr>
              <a:t>Cloud Firestore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965960"/>
            <a:ext cx="2011680" cy="77724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</a:rPr>
              <a:t>Hive (offline)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2880360"/>
            <a:ext cx="2011680" cy="777240"/>
          </a:xfrm>
          <a:prstGeom prst="round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2E"/>
                </a:solidFill>
              </a:rPr>
              <a:t>FCM / Storage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148840"/>
            <a:ext cx="548640" cy="256032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6217920" y="2148840"/>
            <a:ext cx="548640" cy="256032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235440" y="2148840"/>
            <a:ext cx="457200" cy="256032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2E"/>
                </a:solidFill>
              </a:rPr>
              <a:t>Data flow:  user tap → controller method → service → Firestore / Hive → reactive (.obs) state updates → only the watching widget rebuilds.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2E"/>
                </a:solidFill>
              </a:rPr>
              <a:t>Dependency injection: app-wide controllers registered once at startup (Get.put permanent); screen controllers created on demand; retrieved anywhere with Get.find.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2E"/>
                </a:solidFill>
              </a:rPr>
              <a:t>Offline-first: ConnectivityService decides Firestore vs Hive cache automatically; local writes are queued and synced on reconnect.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A1A2E"/>
                </a:solidFill>
              </a:rPr>
              <a:t>Server side: Cloud Function 'onNewDraw' fires on every published draw → broadcast push + winner matching + notification records.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Key Features — User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Quick Bond Check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</a:rPr>
              <a:t>Denomination + 6-digit number → instant winner / not-winner verdict, even offline.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QR Scanner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</a:rPr>
              <a:t>Camera scan (mobile_scanner), validates 6-digit format, fills the check field automatically.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My Bonds Portfolio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</a:rPr>
              <a:t>Save bonds locally first, background sync to Firestore; auto-checked on every new draw.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Draw Schedule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</a:rPr>
              <a:t>Official National Savings calendar with computed next-draw countdown + PDF download.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Results, Filters &amp; PDFs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</a:rPr>
              <a:t>Filter by denomination, city, date range; download official PDFs or generate one locally.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Smart Notifications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</a:rPr>
              <a:t>New-draw broadcast to all users + personal 'You Won!' alert to matched winners — works even when the app is closed.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Marketplace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A1A2E"/>
                </a:solidFill>
              </a:rPr>
              <a:t>List bonds for sale, browse by denomination, contact sellers directly on WhatsApp.</a:t>
            </a: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A3C40"/>
                </a:solidFill>
              </a:rPr>
              <a:t>Guest Mode &amp; Offline Mode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A1A2E"/>
                </a:solidFill>
              </a:rPr>
              <a:t>Browse without an account; core checking works with zero internet (Hive cache).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Key Features — Admin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1A1A2E"/>
                </a:solidFill>
              </a:rPr>
              <a:t>•  Dashboard statistics — total users, saved bonds, draws (efficient Firestore count() aggregations).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A1A2E"/>
                </a:solidFill>
              </a:rPr>
              <a:t>•  Publish Draw Results — denomination, draw number, date, city, winning numbers; optional official PDF upload to Firebase Storage with progress.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A1A2E"/>
                </a:solidFill>
              </a:rPr>
              <a:t>•  One publish = automatic fan-out: broadcast push to all users, winner matching against saved bonds, personal winner alerts, cache refresh.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A1A2E"/>
                </a:solidFill>
              </a:rPr>
              <a:t>•  User management — approve pending accounts, suspend/reactivate users (status: pending / active / suspended).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1A1A2E"/>
                </a:solidFill>
              </a:rPr>
              <a:t>•  Delete draws (also removes the attached PDF from Storage).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Screenshots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103120"/>
          </a:xfrm>
          <a:prstGeom prst="roundRect">
            <a:avLst/>
          </a:prstGeom>
          <a:solidFill>
            <a:srgbClr val="ECF2F0"/>
          </a:solidFill>
          <a:ln w="19050">
            <a:solidFill>
              <a:srgbClr val="4CA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[ Screenshot:
Home — Quick Check 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474720" cy="2103120"/>
          </a:xfrm>
          <a:prstGeom prst="roundRect">
            <a:avLst/>
          </a:prstGeom>
          <a:solidFill>
            <a:srgbClr val="ECF2F0"/>
          </a:solidFill>
          <a:ln w="19050">
            <a:solidFill>
              <a:srgbClr val="4CA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[ Screenshot:
QR Scanner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371600"/>
            <a:ext cx="3474720" cy="2103120"/>
          </a:xfrm>
          <a:prstGeom prst="roundRect">
            <a:avLst/>
          </a:prstGeom>
          <a:solidFill>
            <a:srgbClr val="ECF2F0"/>
          </a:solidFill>
          <a:ln w="19050">
            <a:solidFill>
              <a:srgbClr val="4CA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[ Screenshot:
Draw Results &amp; Filters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74720" cy="2103120"/>
          </a:xfrm>
          <a:prstGeom prst="roundRect">
            <a:avLst/>
          </a:prstGeom>
          <a:solidFill>
            <a:srgbClr val="ECF2F0"/>
          </a:solidFill>
          <a:ln w="19050">
            <a:solidFill>
              <a:srgbClr val="4CA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[ Screenshot:
My Bonds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931920"/>
            <a:ext cx="3474720" cy="2103120"/>
          </a:xfrm>
          <a:prstGeom prst="roundRect">
            <a:avLst/>
          </a:prstGeom>
          <a:solidFill>
            <a:srgbClr val="ECF2F0"/>
          </a:solidFill>
          <a:ln w="19050">
            <a:solidFill>
              <a:srgbClr val="4CA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[ Screenshot:
Marketplace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931920"/>
            <a:ext cx="3474720" cy="2103120"/>
          </a:xfrm>
          <a:prstGeom prst="roundRect">
            <a:avLst/>
          </a:prstGeom>
          <a:solidFill>
            <a:srgbClr val="ECF2F0"/>
          </a:solidFill>
          <a:ln w="19050">
            <a:solidFill>
              <a:srgbClr val="4CAF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[ Screenshot:
Admin — Publish Draw 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Challenges &amp; Solutions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2588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400800"/>
              </a:tblGrid>
              <a:tr h="8229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Challenge</a:t>
                      </a:r>
                    </a:p>
                  </a:txBody>
                  <a:tcPr>
                    <a:solidFill>
                      <a:srgbClr val="1A3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Solution</a:t>
                      </a:r>
                    </a:p>
                  </a:txBody>
                  <a:tcPr>
                    <a:solidFill>
                      <a:srgbClr val="1A3C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A1A2E"/>
                          </a:solidFill>
                        </a:rPr>
                        <a:t>Notifications in all app states (open / background / killed)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2E"/>
                          </a:solidFill>
                        </a:rPr>
                        <a:t>FCM + local notification channel + top-level background handler; tap-navigation by payload type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A1A2E"/>
                          </a:solidFill>
                        </a:rPr>
                        <a:t>Checking must work without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2E"/>
                          </a:solidFill>
                        </a:rPr>
                        <a:t>Offline-first design: Hive cache of all draws, connectivity-aware loading, local write queues that sync on reconnect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A1A2E"/>
                          </a:solidFill>
                        </a:rPr>
                        <a:t>Notifying winners securely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2E"/>
                          </a:solidFill>
                        </a:rPr>
                        <a:t>Server-side Cloud Function: winner matching on publish, pushes in chunks of 500, duplicate prevention, invalid-token cleanup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A1A2E"/>
                          </a:solidFill>
                        </a:rPr>
                        <a:t>Reading bond numbers reliably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2E"/>
                          </a:solidFill>
                        </a:rPr>
                        <a:t>Chose deterministic QR scanning over fragile OCR — validated against the 6-digit format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A1A2E"/>
                          </a:solidFill>
                        </a:rPr>
                        <a:t>Draws without an official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2E"/>
                          </a:solidFill>
                        </a:rPr>
                        <a:t>App generates a styled PDF locally with the 'pdf' package — every draw is shareable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900" b="0">
                <a:solidFill>
                  <a:srgbClr val="1A1A2E"/>
                </a:solidFill>
              </a:rPr>
              <a:t>•  Automatic result import from the National Savings source (scraper / official API) — removing manual admin entry.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1A1A2E"/>
                </a:solidFill>
              </a:rPr>
              <a:t>•  OCR scanning of printed bond numbers (ML Kit text recognition) alongside QR.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1A1A2E"/>
                </a:solidFill>
              </a:rPr>
              <a:t>•  Urdu localization and dark mode.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1A1A2E"/>
                </a:solidFill>
              </a:rPr>
              <a:t>•  In-app chat and secure payments / escrow for the marketplace.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1A1A2E"/>
                </a:solidFill>
              </a:rPr>
              <a:t>•  Hardened Firestore security rules + Firebase App Check; analytics &amp; Crashlytics.</a:t>
            </a:r>
          </a:p>
          <a:p>
            <a:pPr>
              <a:spcAft>
                <a:spcPts val="1300"/>
              </a:spcAft>
            </a:pPr>
            <a:r>
              <a:rPr sz="1900" b="0">
                <a:solidFill>
                  <a:srgbClr val="1A1A2E"/>
                </a:solidFill>
              </a:rPr>
              <a:t>•  Unit &amp; widget test suite and CI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100" b="1">
                <a:solidFill>
                  <a:srgbClr val="1A3C40"/>
                </a:solidFill>
              </a:rPr>
              <a:t>A complete, working product — not just a demo: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Solves a real problem: unclaimed prizes caused by manual checking.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Full modern stack: Flutter UI, GetX architecture, 5 Firebase services, serverless functions.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Production-grade concerns handled: offline-first sync, push notifications in every app state, role-based admin, file handling.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A1A2E"/>
                </a:solidFill>
              </a:rPr>
              <a:t>•  Clear roadmap for real deployment on the Play Store.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966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6000" b="1">
                <a:solidFill>
                  <a:srgbClr val="FFFFFF"/>
                </a:solidFill>
              </a:rPr>
              <a:t>Thank You</a:t>
            </a:r>
          </a:p>
          <a:p>
            <a:pPr algn="ctr">
              <a:spcAft>
                <a:spcPts val="0"/>
              </a:spcAft>
            </a:pPr>
            <a:r>
              <a:rPr sz="2600" b="0">
                <a:solidFill>
                  <a:srgbClr val="F5C842"/>
                </a:solidFill>
              </a:rPr>
              <a:t>Questions &amp;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4CA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